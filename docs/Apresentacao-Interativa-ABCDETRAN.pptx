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7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Guia Prático: Como Realizar sua Prova ABCDETRAN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8346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Autoescola Renascer — Simulados ABCDETRAN: passo a passo interativo para navegar na prova teórica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0233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B301"/>
                </a:solidFill>
              </a:rPr>
              <a:t>30 questões · 2 horas de prova · aprovação com 70%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937760" y="5120640"/>
            <a:ext cx="228600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COMEÇAR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MENU INTERATIVO — clique em uma opção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Escolha por onde começar. Os botões saltam direto para o assunto.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640080" y="2011680"/>
            <a:ext cx="3200400" cy="118872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1. Caminho em 5 etapas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4480560" y="2011680"/>
            <a:ext cx="3200400" cy="118872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2. Os 3 botões do sistema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8321040" y="2011680"/>
            <a:ext cx="3200400" cy="118872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3. Passo a passo (CPF e caderno)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640080" y="3657600"/>
            <a:ext cx="3200400" cy="11887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4. Regra de ouro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4480560" y="3657600"/>
            <a:ext cx="3200400" cy="11887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5. QUIZ interativo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8321040" y="3657600"/>
            <a:ext cx="3200400" cy="118872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6. Pendências 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Dica: em todas as telas há botões MENU, VOLTAR e AVANÇAR clicáveis.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1. O Caminho da Aprovação em 5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1. ACESSO — login com CPF no teclado virtual.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2. CADERNO — seleção da prova (Caderno Nº 01 / Tipo: SIMULADO).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3. RESOLUÇÃO — leitura do enunciado e marcação da alternativa.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4. REVISÃO — verificação de pendências (o sistema bloqueia a finalização).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5. CONCLUSÃO — tela 'Disciplina concluída!' com nota e gabarito.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2. O Idioma do Sistema: os 3 Botões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291840" cy="23774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VERDE  →</a:t>
            </a:r>
            <a:br/>
            <a:r>
              <a:t>Entrar / Confirmar Início</a:t>
            </a:r>
            <a:br/>
            <a:br/>
            <a:r>
              <a:t>Só para acessar no início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291840" cy="237744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LARANJA  ✓</a:t>
            </a:r>
            <a:br/>
            <a:r>
              <a:t>Confirmar Resposta</a:t>
            </a:r>
            <a:br/>
            <a:br/>
            <a:r>
              <a:t>Trava sua escolha!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3291840" cy="237744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AZUL  ›</a:t>
            </a:r>
            <a:br/>
            <a:r>
              <a:t>Avançar</a:t>
            </a:r>
            <a:br/>
            <a:br/>
            <a:r>
              <a:t>Vai para a próxima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95F0E"/>
                </a:solidFill>
              </a:rPr>
              <a:t>LARANJA + AZUL = dupla inseparável: confirme primeiro, depois avance.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3A. Passo 1: Identificação por CPF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Digite os 11 algarismos no TECLADO VIRTUAL da tela.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Sem pontos e sem traços. Apenas números.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Tecla LARANJA («) apaga. Seta VERDE (→) entra.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CPF de teste: 111.111.111-11.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3B. Passo 2: Identidade e Caderno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Confira NOME, TURMA, último acesso e IP no topo.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Clique no cartão: Caderno Nº 01 / Tipo: SIMULADO.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Botão ACESSAR O CADERNO inicia a prova.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Topo da prova: QUESTÃO X/30, progresso e cronômetro de 2 horas.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4. A Regra de Ouro: 3 Passos por Questão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1 — SELECIONAR: clique no quadrado. A borda fica PRETA e PONTILHADA.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2 — CONFIRMAR: botão LARANJA (✓). Sem isso, a questão não conta!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3 — AVANÇAR: botão AZUL (›) para a próxima pergunta.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Repita o ciclo 30 vezes. NUNCA avance sem confirmar!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52560" y="5120640"/>
            <a:ext cx="2743200" cy="7315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IR PARA O QUIZ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5A. QUIZ: você decide!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A86"/>
                </a:solidFill>
              </a:rPr>
              <a:t>Você SELECIONOU a alternativa (borda pontilhada). O que fazer agora?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31520" y="2560320"/>
            <a:ext cx="10698480" cy="91440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A) Avançar direto no AZUL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B) Confirmar no LARANJA (✓)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C) Sair da prova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A14C"/>
                </a:solidFill>
              </a:rPr>
              <a:t>CORRETO! Você confirmou no LARANJA.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É o ciclo certo: Selecionar → Confirmar → Avançar.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Próxima pergunta →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62828"/>
                </a:solidFill>
              </a:rPr>
              <a:t>OPS! Sem confirmar, a questão fica em branco.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Regra laranja: clique no botão LARANJA antes de avançar.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Tentar de novo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5B. QUIZ: meta da prova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A86"/>
                </a:solidFill>
              </a:rPr>
              <a:t>Qual é a meta para ser aprovado?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31520" y="2560320"/>
            <a:ext cx="10698480" cy="91440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A) 30 questões e 70% (21 acertos)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B) 20 questões e 50%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C) 10 questões e 100%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A14C"/>
                </a:solidFill>
              </a:rPr>
              <a:t>CORRETO! 30 questões e 70% para aprovar.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Ou seja: acertar pelo menos 21 das 30 questões.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Ver checklist →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</a:rPr>
              <a:t>OPS! Reveja a meta da prova.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São 30 questões obrigatórias e 70% para aprovar.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Tentar de novo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6A. Pendências bloqueiam a finalização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</a:rPr>
              <a:t>Aviso: Ainda existem questões a serem resolvidas.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1. RETORNE — volte até a questão indicada.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2. MARQUE — selecione o quadrado da alternativa.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3. GRAVE — confirme no LARANJA (✓).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4. SIGA — avance no AZUL (›).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6B. Check-list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Teclado: só números da tela, sem traços/pontos.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Meta: completar as 30 questões.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Visual: quadrado com borda pontilhada preta.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Regra laranja: nunca avance sem confirmar.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Conclusão: tela 'Disciplina concluída!' 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Tempo: 2 horas de prova.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595360" y="5852160"/>
            <a:ext cx="3200400" cy="7315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Refazer o QUIZ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7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Boa prova! Você está pronto.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Ciclo de ouro: Selecionar → Confirmar → Avançar (30 vezes).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B301"/>
                </a:solidFill>
              </a:rPr>
              <a:t>Autoescola Renascer — (85) 99615-6124 · @autoescola_renascer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937760" y="5120640"/>
            <a:ext cx="228600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RECOMEÇAR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