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Relationship Id="rId3" Type="http://schemas.openxmlformats.org/officeDocument/2006/relationships/slide" Target="slide9.xml"/><Relationship Id="rId4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1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8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2.xml"/><Relationship Id="rId3" Type="http://schemas.openxmlformats.org/officeDocument/2006/relationships/slide" Target="slide13.xml"/><Relationship Id="rId4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5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1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Relationship Id="rId3" Type="http://schemas.openxmlformats.org/officeDocument/2006/relationships/slide" Target="slide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7A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Guia Pratico: Como Realizar sua Prova ABCDETRAN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83464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Auto Escola Quixelo - passo a passo interativo para navegar na prova teorica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4023360"/>
            <a:ext cx="5760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5B301"/>
                </a:solidFill>
              </a:rPr>
              <a:t>30 questoes  -  1 minuto por questao  -  aprovacao com 70%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4937760" y="5120640"/>
            <a:ext cx="2286000" cy="82296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</a:rPr>
              <a:t>COMECAR -&gt;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MENU INTERATIVO - clique em uma opcao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</a:rPr>
              <a:t>Escolha por onde comecar. Os botoes saltam direto para o assunto.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640080" y="2011680"/>
            <a:ext cx="3200400" cy="118872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1. Caminho em 5 etapas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4480560" y="2011680"/>
            <a:ext cx="3200400" cy="1188720"/>
          </a:xfrm>
          <a:prstGeom prst="roundRect">
            <a:avLst/>
          </a:prstGeom>
          <a:solidFill>
            <a:srgbClr val="2F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2. Os 3 botoes do sistema</a:t>
            </a:r>
          </a:p>
        </p:txBody>
      </p:sp>
      <p:sp>
        <p:nvSpPr>
          <p:cNvPr id="6" name="Rounded Rectangle 5">
            <a:hlinkClick action="ppaction://hlinksldjump" r:id="rId4"/>
          </p:cNvPr>
          <p:cNvSpPr/>
          <p:nvPr/>
        </p:nvSpPr>
        <p:spPr>
          <a:xfrm>
            <a:off x="8321040" y="2011680"/>
            <a:ext cx="3200400" cy="118872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3. Passo a passo (CPF e caderno)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640080" y="3657600"/>
            <a:ext cx="3200400" cy="118872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4. Regra de ouro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4480560" y="3657600"/>
            <a:ext cx="3200400" cy="118872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5. QUIZ interativo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8321040" y="3657600"/>
            <a:ext cx="3200400" cy="1188720"/>
          </a:xfrm>
          <a:prstGeom prst="roundRect">
            <a:avLst/>
          </a:prstGeom>
          <a:solidFill>
            <a:srgbClr val="2F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6. Pendencias e checklist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280"/>
                </a:solidFill>
              </a:rPr>
              <a:t>Dica: em todas as telas ha botoes MENU, VOLTAR e AVANCAR clicaveis.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1. O Caminho da Aprovacao em 5 Etapas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1. ACESSO - login com CPF no teclado virtual.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2. CADERNO - selecao da prova (Caderno N. 01 / Tipo: SIMULADO).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3. RESOLUCAO - leitura do enunciado e marcacao da alternativa.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4. REVISAO - verificacao de pendencias (o sistema bloqueia a finalizacao).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5. CONCLUSAO - tela 'Disciplina concluida!' com nota e gabarito.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966960" y="6035040"/>
            <a:ext cx="1828800" cy="54864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AVANCAR &gt;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2. O Idioma do Sistema: os 3 Botoes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3291840" cy="237744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VERDE  -&gt;</a:t>
            </a:r>
            <a:br/>
            <a:r>
              <a:t>Entrar / Confirmar Inicio</a:t>
            </a:r>
            <a:br/>
            <a:br/>
            <a:r>
              <a:t>So para acessar no inicio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463040"/>
            <a:ext cx="3291840" cy="237744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LARANJA  OK</a:t>
            </a:r>
            <a:br/>
            <a:r>
              <a:t>Confirmar Resposta</a:t>
            </a:r>
            <a:br/>
            <a:br/>
            <a:r>
              <a:t>Trava sua escolha!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463040"/>
            <a:ext cx="3291840" cy="2377440"/>
          </a:xfrm>
          <a:prstGeom prst="roundRect">
            <a:avLst/>
          </a:prstGeom>
          <a:solidFill>
            <a:srgbClr val="2F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AZUL  &gt;</a:t>
            </a:r>
            <a:br/>
            <a:r>
              <a:t>Avancar</a:t>
            </a:r>
            <a:br/>
            <a:br/>
            <a:r>
              <a:t>Vai para a proxima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B95F0E"/>
                </a:solidFill>
              </a:rPr>
              <a:t>LARANJA + AZUL = dupla inseparavel: confirme primeiro, depois avance.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  <p:sp>
        <p:nvSpPr>
          <p:cNvPr id="8" name="Rounded Rectangle 7">
            <a:hlinkClick action="ppaction://hlinksldjump" r:id="rId3"/>
          </p:cNvPr>
          <p:cNvSpPr/>
          <p:nvPr/>
        </p:nvSpPr>
        <p:spPr>
          <a:xfrm>
            <a:off x="9966960" y="6035040"/>
            <a:ext cx="1828800" cy="54864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AVANCAR 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3A. Passo 1: Identificacao por CPF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- Digite os 11 algarismos no TECLADO VIRTUAL da tela.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- Sem pontos e sem tracos. Apenas numeros.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- Tecla LARANJA (&lt;&lt;) apaga. Seta VERDE (-&gt;) entra.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- CPF de teste: 111.111.111-11.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966960" y="6035040"/>
            <a:ext cx="1828800" cy="54864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AVANCAR 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3B. Passo 2: Identidade e Caderno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- Confira NOME, TURMA, ultimo acesso e IP no topo.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- Clique no cartao: Caderno N. 01 / Tipo: SIMULADO.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- Botao ACESSAR O CADERNO inicia a prova.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- Topo da prova: QUESTAO X/30, progresso e cronometro.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966960" y="6035040"/>
            <a:ext cx="1828800" cy="54864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AVANCAR 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4. A Regra de Ouro: 3 Passos por Questao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Passo 1 - SELECIONAR: clique no quadrado. A borda fica PRETA e PONTILHADA.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Passo 2 - CONFIRMAR: botao LARANJA (OK). Sem isso, a questao nao conta!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Passo 3 - AVANCAR: botao AZUL (&gt;) para a proxima pergunta.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Repita o ciclo 30 vezes. NUNCA avance sem confirmar!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9052560" y="5120640"/>
            <a:ext cx="2743200" cy="73152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IR PARA O QUIZ -&gt;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5A. QUIZ: voce decide!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D4A86"/>
                </a:solidFill>
              </a:rPr>
              <a:t>Voce SELECIONOU a alternativa (borda pontilhada). O que fazer agora?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731520" y="2560320"/>
            <a:ext cx="10698480" cy="914400"/>
          </a:xfrm>
          <a:prstGeom prst="roundRect">
            <a:avLst/>
          </a:prstGeom>
          <a:solidFill>
            <a:srgbClr val="2F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A) Avancar direto no AZUL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731520" y="3657600"/>
            <a:ext cx="10698480" cy="91440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B) Confirmar no LARANJA (OK)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731520" y="4754880"/>
            <a:ext cx="10698480" cy="91440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C) Sair da prova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1014984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A14C"/>
                </a:solidFill>
              </a:rPr>
              <a:t>CORRETO! Voce confirmou no LARANJA.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E1E1E"/>
                </a:solidFill>
              </a:rPr>
              <a:t>E o ciclo certo: Selecionar -&gt; Confirmar -&gt; Avancar.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749039" y="4206240"/>
            <a:ext cx="4663440" cy="822960"/>
          </a:xfrm>
          <a:prstGeom prst="roundRect">
            <a:avLst/>
          </a:prstGeom>
          <a:solidFill>
            <a:srgbClr val="2F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Proxima pergunta -&gt;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C62828"/>
                </a:solidFill>
              </a:rPr>
              <a:t>OPS! Sem confirmar, a questao fica em branco.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E1E1E"/>
                </a:solidFill>
              </a:rPr>
              <a:t>Regra laranja: clique no botao LARANJA antes de avancar.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749039" y="4206240"/>
            <a:ext cx="4663440" cy="82296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Tentar de novo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5B. QUIZ: meta da prova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D4A86"/>
                </a:solidFill>
              </a:rPr>
              <a:t>Qual e a meta para ser aprovado?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731520" y="2560320"/>
            <a:ext cx="10698480" cy="91440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A) 30 questoes e 70% (21 acertos)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731520" y="3657600"/>
            <a:ext cx="10698480" cy="914400"/>
          </a:xfrm>
          <a:prstGeom prst="roundRect">
            <a:avLst/>
          </a:prstGeom>
          <a:solidFill>
            <a:srgbClr val="2F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B) 20 questoes e 50%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731520" y="4754880"/>
            <a:ext cx="10698480" cy="914400"/>
          </a:xfrm>
          <a:prstGeom prst="roundRect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C) 10 questoes e 100%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1014984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A14C"/>
                </a:solidFill>
              </a:rPr>
              <a:t>CORRETO! 30 questoes e 70% para aprovar.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E1E1E"/>
                </a:solidFill>
              </a:rPr>
              <a:t>Ou seja: acertar pelo menos 21 das 30 questoes.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749039" y="4206240"/>
            <a:ext cx="4663440" cy="82296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Ver checklist -&gt;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</a:rPr>
              <a:t>OPS! Reveja a meta da prova.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1E1E1E"/>
                </a:solidFill>
              </a:rPr>
              <a:t>Sao 30 questoes obrigatorias e 70% para aprovar.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749039" y="4206240"/>
            <a:ext cx="4663440" cy="82296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Tentar de novo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6A. Pendencias bloqueiam a finalizacao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C62828"/>
                </a:solidFill>
              </a:rPr>
              <a:t>Aviso: Ainda existem questoes a serem resolvidas.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1. RETORNE - volte ate a questao indicada.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2. MARQUE - selecione o quadrado da alternativa.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3. GRAVE - confirme no LARANJA (OK).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1E1E1E"/>
                </a:solidFill>
              </a:rPr>
              <a:t>4. SIGA - avance no AZUL (&gt;).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9966960" y="6035040"/>
            <a:ext cx="1828800" cy="548640"/>
          </a:xfrm>
          <a:prstGeom prst="roundRect">
            <a:avLst/>
          </a:prstGeom>
          <a:solidFill>
            <a:srgbClr val="34A1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AVANCAR &gt;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3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237A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000" b="1">
                <a:solidFill>
                  <a:srgbClr val="FFFFFF"/>
                </a:solidFill>
              </a:rPr>
              <a:t>  6B. Check-list Final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E1E1E"/>
                </a:solidFill>
              </a:rPr>
              <a:t>- Teclado: so numeros da tela, sem tracos/pontos.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E1E1E"/>
                </a:solidFill>
              </a:rPr>
              <a:t>- Meta: completar as 30 questoes.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E1E1E"/>
                </a:solidFill>
              </a:rPr>
              <a:t>- Visual: quadrado com borda pontilhada preta.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E1E1E"/>
                </a:solidFill>
              </a:rPr>
              <a:t>- Regra laranja: nunca avance sem confirmar.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E1E1E"/>
                </a:solidFill>
              </a:rPr>
              <a:t>- Conclusao: tela 'Disciplina concluida!' &gt;&gt;.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E1E1E"/>
                </a:solidFill>
              </a:rPr>
              <a:t>- Tempo: 1 minuto por questao.</a:t>
            </a:r>
          </a:p>
        </p:txBody>
      </p:sp>
      <p:sp>
        <p:nvSpPr>
          <p:cNvPr id="4" name="Rounded Rectangle 3">
            <a:hlinkClick action="ppaction://hlinksldjump" r:id="rId2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1D4A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  <p:sp>
        <p:nvSpPr>
          <p:cNvPr id="5" name="Rounded Rectangle 4">
            <a:hlinkClick action="ppaction://hlinksldjump" r:id="rId3"/>
          </p:cNvPr>
          <p:cNvSpPr/>
          <p:nvPr/>
        </p:nvSpPr>
        <p:spPr>
          <a:xfrm>
            <a:off x="8595360" y="5852160"/>
            <a:ext cx="3200400" cy="73152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</a:rPr>
              <a:t>Refazer o QUIZ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7A3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Boa prova! Voce esta pronto.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FFFFF"/>
                </a:solidFill>
              </a:rPr>
              <a:t>Ciclo de ouro: Selecionar -&gt; Confirmar -&gt; Avancar (30 vezes).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0233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5B301"/>
                </a:solidFill>
              </a:rPr>
              <a:t>Apresentacao interativa - use os botoes para navegar e refazer o quiz.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4937760" y="5120640"/>
            <a:ext cx="2286000" cy="822960"/>
          </a:xfrm>
          <a:prstGeom prst="roundRect">
            <a:avLst/>
          </a:prstGeom>
          <a:solidFill>
            <a:srgbClr val="E67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RECOMECAR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365760" y="6035040"/>
            <a:ext cx="1645920" cy="548640"/>
          </a:xfrm>
          <a:prstGeom prst="roundRect">
            <a:avLst/>
          </a:prstGeom>
          <a:solidFill>
            <a:srgbClr val="2F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MENU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